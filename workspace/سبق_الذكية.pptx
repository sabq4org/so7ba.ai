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137160"/>
            <a:ext cx="109728" cy="658368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🔵  منصة سبق الذكية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2400" b="0">
                <a:solidFill>
                  <a:srgbClr val="D4A855"/>
                </a:solidFill>
                <a:latin typeface="Arial"/>
              </a:defRPr>
            </a:pPr>
            <a:r>
              <a:t>المنصة الإخبارية المتقدمة بالذكاء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1800" b="0">
                <a:solidFill>
                  <a:srgbClr val="D4A855"/>
                </a:solidFill>
                <a:latin typeface="Arial"/>
              </a:defRPr>
            </a:pPr>
            <a:r>
              <a:t>━━━━━━━━━━━━━━━━━━━━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sabq.org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2000" b="0">
                <a:solidFill>
                  <a:srgbClr val="F0F0F0"/>
                </a:solidFill>
                <a:latin typeface="Arial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🌐  نظرة عامة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🤖  منصة إخبارية متقدمة تعمل بالذكاء الاصطناعي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🌍  3 لغات: العربية، الإنجليزية، الأردية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⚙️  نظام بيئي متكامل: إنتاج آلي + توصيات ذكية + توزيع فيروسي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👤  تجربة إخبارية شخصية لكل مستخدم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🔗  النطاق: sabq.org — تعمل 24/7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🔐  نظام المصادقة والصلاحيات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👥  8 أدوار مختلفة متعددة المستويات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🔑  تسجيل دخول عبر: البريد الإلكتروني / جوجل / أبل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🛡️  صلاحيات محددة لكل دور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🔒  تشفير bcrypt (12 جولة)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⚡  حماية CSRF + Rate Limiting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📝  إدارة المحتوى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✏️  محرر نصوص متقدم يدعم RTL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📅  إنشاء وتحرير وجدولة المقالات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🖼️  إدارة الوسائط المتعددة (صور + فيديو)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📰  أنواع متعددة: أخبار عاجلة، تقارير، تحليلات، رأي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🔴  شريط أخبار عاجلة متحرك بالوقت الفعلي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🧠  الذكاء الاصطناعي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📋  تلخيص تلقائي للمقالات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🏷️  تصنيف واستخراج كلمات مفتاحية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✨  توليد عناوين بديلة ووصف SEO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🦊  مولد المحتوى iFox (مقالات كاملة من فكرة)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🎨  استوديو صور ذكي + إنفوجرافيك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📐  التنسيق الذكي التلقائي للمحتوى العربي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🚀  المحرك: OpenAI GPT-5.1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🎯  التوصيات الذكية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📊  تحليل سلوك كل مستخدم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📖  قسم "لك" + "أكمل القراءة"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🔄  خوارزميات تراعي: المقالات المقروءة، الفئات المفضلة، وقت القراءة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🔔  إشعارات مخصصة (متصفح + بريد + واتساب)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⏰  منع التكرار + توقيت ذكي للإرسال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🎙️  النشرات الصوتية والبودكاست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🗣️  تكامل مع ElevenLabs (صوت عربي طبيعي)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📻  نشرات صوتية يومية تلقائية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📡  خلاصة RSS متوافقة مع تطبيقات البودكاست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🎛️  محرر متقدم مع جدولة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🔗  التوزيع والمشاركة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🔗  روابط قصيرة (7 أحرف) محسنة للمشاركة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📊  بيانات Open Graph تلقائية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👆  تتبع النقرات والمشاركات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📱  نشر عبر واتساب (Twilio)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📧  وكيل بريد إلكتروني ذكي → مقالات تلقائية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💰  مصادر الإيرادات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🛒  متجر خدمات إعلامية (بيانات صحفية، منشورات سوشال)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📢  إعلانات مدمجة (دفع لكل نقرة + ميزانيات يومية)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📦  منصة ناشرين (بيع محتوى بنظام الحزم)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💳  بطاقات Apple Wallet (صحفية + ولاء)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🧾  دعم ضريبة القيمة المضافة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🏛️  المنصات المتخصصة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🔬  "عمق" — تحليلات معمقة ومتخصصة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📚  "مُقترب" — محتوى غير إخباري (زوايا + مواضيع)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✍️  نظام مقالات الرأي (تقديم + مراجعة + موافقة)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🔍  بحث متقدم يدعم العربية (تطبيع + ترتيب بالصلة)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⚙️  البنية التقنية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🖥️  الواجهة: React + TypeScript + Vite + Tailwind + Radix UI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🔧  الخادم: Express.js + TypeScript + Passport.js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🗄️  قاعدة البيانات: PostgreSQL (Neon Serverless) + Drizzle ORM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☁️  التخزين: Google Cloud Storage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📱  الجوال: Capacitor (iOS + Android)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🔐  الأمان: bcrypt, CSRF, CSP, HSTS, Rate Limiting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📈  الأداء والمعايير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⚡  تحميل كسول (Lazy Loading)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🔄  تجمع اتصالات DB محسّن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📋  مهام خلفية متدرجة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📊  مراقبة أداء (Response Time + Memory)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♿  معايير WCAG 2.1 AA للوصولية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📖  واجهات API موثقة بـ Swagger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🌟  الفوائد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👤  للقراء: تجربة شخصية + ملخصات صوتية + إشعارات ذكية + وصولية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✏️  للمحررين: أدوات AI تسرّع الإنتاج + جدولة + تتبع إنتاجية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📊  للإدارة: تحليلات شاملة + صلاحيات + تواصل داخلي + تنبيهات فورية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🔭  الرؤية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2895" cy="3810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🤝  الذكاء الاصطناعي أداة تمكينية للصحفي (مو بديل)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⏱️  أتمتة المهام الروتينية = وقت للعمل الإبداعي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🎯  التخصيص محور التجربة — كل قارئ فريد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🌍  تعددية لغوية تعكس تنوع الجمهور</a:t>
            </a:r>
          </a:p>
          <a:p>
            <a:pPr algn="r" a:rtl="1">
              <a:spcAft>
                <a:spcPts val="1200"/>
              </a:spcAft>
              <a:defRPr sz="1800" b="0">
                <a:solidFill>
                  <a:srgbClr val="1A1A2E"/>
                </a:solidFill>
                <a:latin typeface="Arial"/>
              </a:defRPr>
            </a:pPr>
            <a:r>
              <a:t>⚖️  الجمع بين سرعة العصر الرقمي وعمق الصحافة الرصينة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"/>
            <a:ext cx="109728" cy="6583680"/>
          </a:xfrm>
          <a:prstGeom prst="rect">
            <a:avLst/>
          </a:prstGeom>
          <a:solidFill>
            <a:srgbClr val="D4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🔵  منصة سبق الذكية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2800" b="1">
                <a:solidFill>
                  <a:srgbClr val="D4A855"/>
                </a:solidFill>
                <a:latin typeface="Arial"/>
              </a:defRPr>
            </a:pPr>
            <a:r>
              <a:t>مستقبل الإعلام العربي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1800" b="0">
                <a:solidFill>
                  <a:srgbClr val="D4A855"/>
                </a:solidFill>
                <a:latin typeface="Arial"/>
              </a:defRPr>
            </a:pPr>
            <a:r>
              <a:t>━━━━━━━━━━━━━━━━━━━━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>
              <a:spcAft>
                <a:spcPts val="6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sabq.org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